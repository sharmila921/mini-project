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016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6719-0AD9-4109-BD17-AA8A30B5EFF5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3510A-B836-44EB-829D-63D13527F9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6719-0AD9-4109-BD17-AA8A30B5EFF5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3510A-B836-44EB-829D-63D13527F9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6719-0AD9-4109-BD17-AA8A30B5EFF5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3510A-B836-44EB-829D-63D13527F9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6719-0AD9-4109-BD17-AA8A30B5EFF5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3510A-B836-44EB-829D-63D13527F9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6719-0AD9-4109-BD17-AA8A30B5EFF5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3510A-B836-44EB-829D-63D13527F9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6719-0AD9-4109-BD17-AA8A30B5EFF5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3510A-B836-44EB-829D-63D13527F9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6719-0AD9-4109-BD17-AA8A30B5EFF5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3510A-B836-44EB-829D-63D13527F9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6719-0AD9-4109-BD17-AA8A30B5EFF5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3510A-B836-44EB-829D-63D13527F90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6719-0AD9-4109-BD17-AA8A30B5EFF5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63510A-B836-44EB-829D-63D13527F90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6719-0AD9-4109-BD17-AA8A30B5EFF5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3510A-B836-44EB-829D-63D13527F9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6719-0AD9-4109-BD17-AA8A30B5EFF5}" type="datetimeFigureOut">
              <a:rPr lang="en-IN" smtClean="0"/>
              <a:t>20-07-2025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3510A-B836-44EB-829D-63D13527F90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5963510A-B836-44EB-829D-63D13527F908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098A6719-0AD9-4109-BD17-AA8A30B5EFF5}" type="datetimeFigureOut">
              <a:rPr lang="en-IN" smtClean="0"/>
              <a:t>20-07-2025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04665"/>
            <a:ext cx="7772400" cy="1368151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Project </a:t>
            </a:r>
            <a:r>
              <a:rPr lang="en-US" dirty="0" err="1" smtClean="0">
                <a:solidFill>
                  <a:srgbClr val="FF0000"/>
                </a:solidFill>
              </a:rPr>
              <a:t>explaination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7664" y="2276872"/>
            <a:ext cx="6400800" cy="1752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1. </a:t>
            </a:r>
            <a:r>
              <a:rPr lang="en-US" dirty="0" smtClean="0">
                <a:solidFill>
                  <a:schemeClr val="tx1"/>
                </a:solidFill>
              </a:rPr>
              <a:t>Install </a:t>
            </a:r>
            <a:r>
              <a:rPr lang="en-US" dirty="0">
                <a:solidFill>
                  <a:schemeClr val="tx1"/>
                </a:solidFill>
              </a:rPr>
              <a:t>and Import </a:t>
            </a:r>
            <a:r>
              <a:rPr lang="en-US" dirty="0" smtClean="0">
                <a:solidFill>
                  <a:schemeClr val="tx1"/>
                </a:solidFill>
              </a:rPr>
              <a:t>Packages</a:t>
            </a:r>
          </a:p>
          <a:p>
            <a:r>
              <a:rPr lang="en-US" dirty="0">
                <a:solidFill>
                  <a:schemeClr val="tx2"/>
                </a:solidFill>
              </a:rPr>
              <a:t>Purpose: Install the needed library and import Pandas for data handling</a:t>
            </a:r>
          </a:p>
        </p:txBody>
      </p:sp>
    </p:spTree>
    <p:extLst>
      <p:ext uri="{BB962C8B-B14F-4D97-AF65-F5344CB8AC3E}">
        <p14:creationId xmlns:p14="http://schemas.microsoft.com/office/powerpoint/2010/main" val="135755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 smtClean="0"/>
              <a:t>2.</a:t>
            </a:r>
            <a:r>
              <a:rPr lang="en-US" dirty="0"/>
              <a:t> Load, Inspect, and Clean Raw Data</a:t>
            </a:r>
          </a:p>
          <a:p>
            <a:pPr marL="11430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lvl="1"/>
            <a:r>
              <a:rPr lang="en-US" dirty="0">
                <a:solidFill>
                  <a:schemeClr val="tx2"/>
                </a:solidFill>
              </a:rPr>
              <a:t>Read the CSV into a </a:t>
            </a:r>
            <a:r>
              <a:rPr lang="en-US" dirty="0" err="1">
                <a:solidFill>
                  <a:schemeClr val="tx2"/>
                </a:solidFill>
              </a:rPr>
              <a:t>DataFrame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Print column info, data types, and unique values in '</a:t>
            </a:r>
            <a:r>
              <a:rPr lang="en-US" dirty="0" err="1">
                <a:solidFill>
                  <a:schemeClr val="tx2"/>
                </a:solidFill>
              </a:rPr>
              <a:t>search_type</a:t>
            </a:r>
            <a:r>
              <a:rPr lang="en-US" dirty="0">
                <a:solidFill>
                  <a:schemeClr val="tx2"/>
                </a:solidFill>
              </a:rPr>
              <a:t>'.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Fill missing '</a:t>
            </a:r>
            <a:r>
              <a:rPr lang="en-US" dirty="0" err="1">
                <a:solidFill>
                  <a:schemeClr val="tx2"/>
                </a:solidFill>
              </a:rPr>
              <a:t>search_type</a:t>
            </a:r>
            <a:r>
              <a:rPr lang="en-US" dirty="0">
                <a:solidFill>
                  <a:schemeClr val="tx2"/>
                </a:solidFill>
              </a:rPr>
              <a:t>' with "No Search" and see the result.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Save the cleaned file.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20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dirty="0"/>
              <a:t>3. Drop Unnecessary </a:t>
            </a:r>
            <a:r>
              <a:rPr lang="en-IN" dirty="0" smtClean="0"/>
              <a:t>Columns</a:t>
            </a:r>
          </a:p>
          <a:p>
            <a:pPr marL="0" indent="0">
              <a:buNone/>
            </a:pPr>
            <a:r>
              <a:rPr lang="en-US" dirty="0"/>
              <a:t> Remove unneeded columns to simplify the data.</a:t>
            </a:r>
          </a:p>
          <a:p>
            <a:pPr marL="0" indent="0">
              <a:buNone/>
            </a:pPr>
            <a:r>
              <a:rPr lang="en-US" dirty="0"/>
              <a:t>4. Data Cleaning &amp; Date/Time Formatting</a:t>
            </a:r>
          </a:p>
          <a:p>
            <a:pPr marL="114300" indent="0">
              <a:buNone/>
            </a:pPr>
            <a:endParaRPr lang="en-US" dirty="0"/>
          </a:p>
          <a:p>
            <a:pPr lvl="1"/>
            <a:r>
              <a:rPr lang="en-US" dirty="0"/>
              <a:t>Check for duplicates.</a:t>
            </a:r>
          </a:p>
          <a:p>
            <a:pPr lvl="1"/>
            <a:r>
              <a:rPr lang="en-US" dirty="0"/>
              <a:t>Convert '</a:t>
            </a:r>
            <a:r>
              <a:rPr lang="en-US" dirty="0" err="1"/>
              <a:t>stop_date</a:t>
            </a:r>
            <a:r>
              <a:rPr lang="en-US" dirty="0"/>
              <a:t>' and '</a:t>
            </a:r>
            <a:r>
              <a:rPr lang="en-US" dirty="0" err="1"/>
              <a:t>stop_time</a:t>
            </a:r>
            <a:r>
              <a:rPr lang="en-US" dirty="0"/>
              <a:t>' to correct Python types (with error handling).</a:t>
            </a:r>
          </a:p>
          <a:p>
            <a:pPr lvl="1"/>
            <a:r>
              <a:rPr lang="en-US" dirty="0"/>
              <a:t>Fix possible formatting errors and save results</a:t>
            </a:r>
            <a:r>
              <a:rPr lang="en-US" dirty="0" smtClean="0"/>
              <a:t>.</a:t>
            </a:r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5</a:t>
            </a:r>
            <a:r>
              <a:rPr lang="en-US" dirty="0"/>
              <a:t>. Filter and Further Clean Data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156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lvl="1"/>
            <a:r>
              <a:rPr lang="en-US" dirty="0"/>
              <a:t>Keep only reasonable driver ages.</a:t>
            </a:r>
          </a:p>
          <a:p>
            <a:pPr lvl="1"/>
            <a:r>
              <a:rPr lang="en-US" dirty="0"/>
              <a:t>Check for missing values.</a:t>
            </a:r>
          </a:p>
          <a:p>
            <a:pPr lvl="1"/>
            <a:r>
              <a:rPr lang="en-US" dirty="0"/>
              <a:t>Save filtered </a:t>
            </a:r>
            <a:r>
              <a:rPr lang="en-US" dirty="0" smtClean="0"/>
              <a:t>data.</a:t>
            </a:r>
          </a:p>
          <a:p>
            <a:pPr marL="411480" lvl="1" indent="0">
              <a:buNone/>
            </a:pPr>
            <a:endParaRPr lang="en-US" dirty="0" smtClean="0"/>
          </a:p>
          <a:p>
            <a:pPr marL="411480" lvl="1" indent="0">
              <a:buNone/>
            </a:pPr>
            <a:r>
              <a:rPr lang="en-US" dirty="0" smtClean="0"/>
              <a:t>6</a:t>
            </a:r>
            <a:r>
              <a:rPr lang="en-US" dirty="0"/>
              <a:t>. Drop Even More Columns &amp; Final </a:t>
            </a:r>
            <a:r>
              <a:rPr lang="en-US" dirty="0" smtClean="0"/>
              <a:t>Save</a:t>
            </a:r>
            <a:endParaRPr lang="en-US" dirty="0"/>
          </a:p>
          <a:p>
            <a:pPr lvl="1"/>
            <a:r>
              <a:rPr lang="en-US" dirty="0"/>
              <a:t>Drop two more unnecessary columns.</a:t>
            </a:r>
          </a:p>
          <a:p>
            <a:pPr lvl="1"/>
            <a:r>
              <a:rPr lang="en-US" dirty="0"/>
              <a:t>Save (now very clean) dataset.</a:t>
            </a:r>
          </a:p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r>
              <a:rPr lang="en-US" dirty="0" smtClean="0"/>
              <a:t>7</a:t>
            </a:r>
            <a:r>
              <a:rPr lang="en-US" dirty="0"/>
              <a:t>. Reformat Dates/Times (for MySQL compatibility)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81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lvl="1"/>
            <a:r>
              <a:rPr lang="en-US" dirty="0"/>
              <a:t>Ensure date/time columns are in the correct format for MySQL insertion.</a:t>
            </a:r>
          </a:p>
          <a:p>
            <a:pPr marL="114300" indent="0">
              <a:buNone/>
            </a:pPr>
            <a:r>
              <a:rPr lang="en-US" dirty="0"/>
              <a:t>8. MySQL Database Connection (</a:t>
            </a:r>
            <a:r>
              <a:rPr lang="en-US" dirty="0" err="1"/>
              <a:t>PyMySQL</a:t>
            </a:r>
            <a:r>
              <a:rPr lang="en-US" dirty="0"/>
              <a:t>)</a:t>
            </a:r>
          </a:p>
          <a:p>
            <a:pPr marL="114300" indent="0">
              <a:buNone/>
            </a:pPr>
            <a:r>
              <a:rPr lang="en-US" dirty="0" smtClean="0"/>
              <a:t>      Establish </a:t>
            </a:r>
            <a:r>
              <a:rPr lang="en-US" dirty="0"/>
              <a:t>a connection and get a cursor for SQL commands.</a:t>
            </a:r>
          </a:p>
          <a:p>
            <a:pPr marL="114300" indent="0">
              <a:buNone/>
            </a:pPr>
            <a:r>
              <a:rPr lang="en-US" dirty="0"/>
              <a:t>9. Create Database &amp; </a:t>
            </a:r>
            <a:r>
              <a:rPr lang="en-US" dirty="0" smtClean="0"/>
              <a:t>Table</a:t>
            </a:r>
            <a:endParaRPr lang="en-US" dirty="0"/>
          </a:p>
          <a:p>
            <a:pPr lvl="1"/>
            <a:r>
              <a:rPr lang="en-US" dirty="0"/>
              <a:t>Freshly create the DB (</a:t>
            </a:r>
            <a:r>
              <a:rPr lang="en-US" dirty="0" err="1"/>
              <a:t>policelog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Use that DB.</a:t>
            </a:r>
          </a:p>
          <a:p>
            <a:pPr lvl="1"/>
            <a:r>
              <a:rPr lang="en-US" dirty="0"/>
              <a:t>Create a new table with proper column </a:t>
            </a:r>
            <a:r>
              <a:rPr lang="en-US" dirty="0" smtClean="0"/>
              <a:t>types.</a:t>
            </a:r>
          </a:p>
          <a:p>
            <a:pPr marL="411480" lvl="1" indent="0">
              <a:buNone/>
            </a:pPr>
            <a:r>
              <a:rPr lang="en-US" dirty="0" smtClean="0"/>
              <a:t>10.Insert </a:t>
            </a:r>
            <a:r>
              <a:rPr lang="en-US" dirty="0"/>
              <a:t>Data Row-by-Row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9771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Insert each cleaned row into your new MySQL table, one by one.</a:t>
            </a:r>
          </a:p>
          <a:p>
            <a:pPr lvl="1"/>
            <a:r>
              <a:rPr lang="en-US" dirty="0" smtClean="0"/>
              <a:t>Commit</a:t>
            </a:r>
            <a:r>
              <a:rPr lang="en-US" dirty="0"/>
              <a:t>, close cursor/connection, and confirm completion.</a:t>
            </a:r>
          </a:p>
        </p:txBody>
      </p:sp>
    </p:spTree>
    <p:extLst>
      <p:ext uri="{BB962C8B-B14F-4D97-AF65-F5344CB8AC3E}">
        <p14:creationId xmlns:p14="http://schemas.microsoft.com/office/powerpoint/2010/main" val="3721331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7620000" cy="151216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Secure Check: Police Post Dashboard – Code Explanation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36912"/>
            <a:ext cx="7620000" cy="3763888"/>
          </a:xfrm>
        </p:spPr>
        <p:txBody>
          <a:bodyPr/>
          <a:lstStyle/>
          <a:p>
            <a:r>
              <a:rPr lang="en-US" dirty="0" smtClean="0"/>
              <a:t>This </a:t>
            </a:r>
            <a:r>
              <a:rPr lang="en-US" dirty="0" err="1" smtClean="0"/>
              <a:t>Streamlit</a:t>
            </a:r>
            <a:r>
              <a:rPr lang="en-US" dirty="0" smtClean="0"/>
              <a:t> application creates an interactive dashboard for managing and analyzing police traffic stop logs. The code is modular, readable, and provides a polished UI for officers or analysts. Below is a detailed breakdown of its important components and logic:</a:t>
            </a:r>
            <a:br>
              <a:rPr lang="en-US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312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smtClean="0"/>
              <a:t>1. Imports &amp; Dependencies</a:t>
            </a:r>
            <a:br>
              <a:rPr lang="en-US" dirty="0" smtClean="0"/>
            </a:br>
            <a:r>
              <a:rPr lang="en-US" dirty="0" err="1" smtClean="0"/>
              <a:t>streamlit</a:t>
            </a:r>
            <a:r>
              <a:rPr lang="en-US" dirty="0" smtClean="0"/>
              <a:t> </a:t>
            </a:r>
          </a:p>
          <a:p>
            <a:pPr marL="0" indent="0" algn="ctr">
              <a:buNone/>
            </a:pPr>
            <a:r>
              <a:rPr lang="en-US" dirty="0" err="1" smtClean="0"/>
              <a:t>pymysql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datetime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plotly.express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60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2. Database Interaction Functions</a:t>
            </a:r>
          </a:p>
          <a:p>
            <a:r>
              <a:rPr lang="en-US" dirty="0" err="1"/>
              <a:t>new_connection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fetch_data</a:t>
            </a:r>
            <a:r>
              <a:rPr lang="en-US" dirty="0" smtClean="0"/>
              <a:t>(query)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IN" dirty="0" err="1"/>
              <a:t>insert_data</a:t>
            </a:r>
            <a:r>
              <a:rPr lang="en-IN" dirty="0"/>
              <a:t>(query)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Runs a SELECT SQL query using the above connection.</a:t>
            </a:r>
          </a:p>
          <a:p>
            <a:r>
              <a:rPr lang="en-US" dirty="0"/>
              <a:t>Converts the results to a pandas </a:t>
            </a:r>
            <a:r>
              <a:rPr lang="en-US" dirty="0" err="1"/>
              <a:t>DataFrame</a:t>
            </a:r>
            <a:r>
              <a:rPr lang="en-US" dirty="0"/>
              <a:t> for seamless data handling and display.</a:t>
            </a:r>
          </a:p>
          <a:p>
            <a:r>
              <a:rPr lang="en-US" dirty="0"/>
              <a:t>Handles errors gracefully, shows UI error on failure, and always closes the connection.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50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3. Main UI: </a:t>
            </a:r>
            <a:r>
              <a:rPr lang="en-IN" dirty="0" err="1"/>
              <a:t>Streamlit</a:t>
            </a:r>
            <a:r>
              <a:rPr lang="en-IN" dirty="0"/>
              <a:t> Page Layout</a:t>
            </a:r>
          </a:p>
          <a:p>
            <a:r>
              <a:rPr lang="en-US" dirty="0">
                <a:solidFill>
                  <a:srgbClr val="00B050"/>
                </a:solidFill>
              </a:rPr>
              <a:t>Page Title and </a:t>
            </a:r>
            <a:r>
              <a:rPr lang="en-US" dirty="0" err="1">
                <a:solidFill>
                  <a:srgbClr val="00B050"/>
                </a:solidFill>
              </a:rPr>
              <a:t>Config</a:t>
            </a:r>
            <a:r>
              <a:rPr lang="en-US" dirty="0">
                <a:solidFill>
                  <a:srgbClr val="00B050"/>
                </a:solidFill>
              </a:rPr>
              <a:t>: </a:t>
            </a:r>
            <a:r>
              <a:rPr lang="en-US" dirty="0"/>
              <a:t>Sets a title, </a:t>
            </a:r>
            <a:r>
              <a:rPr lang="en-US" dirty="0" err="1"/>
              <a:t>emoji</a:t>
            </a:r>
            <a:r>
              <a:rPr lang="en-US" dirty="0"/>
              <a:t>, and wide layout for a professional dashboard look.</a:t>
            </a:r>
          </a:p>
          <a:p>
            <a:r>
              <a:rPr lang="en-US" dirty="0">
                <a:solidFill>
                  <a:srgbClr val="00B050"/>
                </a:solidFill>
              </a:rPr>
              <a:t>Sidebar Menu: </a:t>
            </a:r>
            <a:r>
              <a:rPr lang="en-US" dirty="0"/>
              <a:t>Navigation allows users to select between ‘Home’, ‘View Logs’, ‘Run Query’, and ‘Add Logs’.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57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4. Home </a:t>
            </a:r>
            <a:r>
              <a:rPr lang="en-IN" dirty="0" smtClean="0"/>
              <a:t>Page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</a:t>
            </a:r>
            <a:r>
              <a:rPr lang="en-US" dirty="0" smtClean="0"/>
              <a:t>UI </a:t>
            </a:r>
            <a:r>
              <a:rPr lang="en-US" dirty="0"/>
              <a:t>Components:</a:t>
            </a:r>
          </a:p>
          <a:p>
            <a:pPr lvl="1"/>
            <a:r>
              <a:rPr lang="en-US" dirty="0"/>
              <a:t>Welcome message</a:t>
            </a:r>
          </a:p>
          <a:p>
            <a:pPr lvl="1"/>
            <a:r>
              <a:rPr lang="en-US" dirty="0"/>
              <a:t>Bulleted list describing each feature</a:t>
            </a:r>
          </a:p>
          <a:p>
            <a:pPr lvl="1"/>
            <a:r>
              <a:rPr lang="en-US" dirty="0"/>
              <a:t>Example dashboard image</a:t>
            </a:r>
          </a:p>
          <a:p>
            <a:pPr marL="0" indent="0">
              <a:buNone/>
            </a:pPr>
            <a:r>
              <a:rPr lang="en-IN" dirty="0"/>
              <a:t>5. View Logs Page</a:t>
            </a:r>
          </a:p>
          <a:p>
            <a:r>
              <a:rPr lang="en-US" dirty="0">
                <a:solidFill>
                  <a:srgbClr val="00B050"/>
                </a:solidFill>
              </a:rPr>
              <a:t>Filters: </a:t>
            </a:r>
            <a:r>
              <a:rPr lang="en-US" dirty="0"/>
              <a:t>Lets users search logs by vehicle number, violation, or country.</a:t>
            </a:r>
          </a:p>
          <a:p>
            <a:r>
              <a:rPr lang="en-US" dirty="0">
                <a:solidFill>
                  <a:srgbClr val="00B050"/>
                </a:solidFill>
              </a:rPr>
              <a:t>Dynamic SQL Query</a:t>
            </a:r>
            <a:r>
              <a:rPr lang="en-US" dirty="0"/>
              <a:t>: Constructs a SELECT statement based on entered filters.</a:t>
            </a:r>
          </a:p>
          <a:p>
            <a:r>
              <a:rPr lang="en-US" dirty="0">
                <a:solidFill>
                  <a:srgbClr val="00B050"/>
                </a:solidFill>
              </a:rPr>
              <a:t>Data Display: </a:t>
            </a:r>
            <a:r>
              <a:rPr lang="en-US" dirty="0"/>
              <a:t>Shows the resulting logs in a table. If no logs match the criteria, displays a warning.</a:t>
            </a:r>
          </a:p>
          <a:p>
            <a:r>
              <a:rPr lang="en-US" dirty="0">
                <a:solidFill>
                  <a:srgbClr val="00B050"/>
                </a:solidFill>
              </a:rPr>
              <a:t>Time Formatting: </a:t>
            </a:r>
            <a:r>
              <a:rPr lang="en-US" dirty="0"/>
              <a:t>Ensures the </a:t>
            </a:r>
            <a:r>
              <a:rPr lang="en-US" dirty="0" err="1"/>
              <a:t>stop_time</a:t>
            </a:r>
            <a:r>
              <a:rPr lang="en-US" dirty="0"/>
              <a:t> is cleanly displayed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989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6. Data Analytics Page</a:t>
            </a:r>
          </a:p>
          <a:p>
            <a:r>
              <a:rPr lang="en-US" dirty="0"/>
              <a:t>Executes a relevant SQL query for aggregation/statistics.</a:t>
            </a:r>
          </a:p>
          <a:p>
            <a:r>
              <a:rPr lang="en-US" dirty="0"/>
              <a:t>Displays the result as a table, or as interactive charts for deeper insights (using </a:t>
            </a:r>
            <a:r>
              <a:rPr lang="en-US" dirty="0" err="1"/>
              <a:t>Plotly</a:t>
            </a:r>
            <a:r>
              <a:rPr lang="en-US" dirty="0"/>
              <a:t> Express for bar and pie charts).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810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Analyses:</a:t>
            </a:r>
          </a:p>
          <a:p>
            <a:r>
              <a:rPr lang="en-US" dirty="0"/>
              <a:t>Violations &amp; Gender &amp; Drug Overview</a:t>
            </a:r>
          </a:p>
          <a:p>
            <a:pPr lvl="1"/>
            <a:r>
              <a:rPr lang="en-US" dirty="0"/>
              <a:t>Three sections: Counts for violation types, driver gender distribution, and comparison of drug-related stops by country using bar and pie charts.</a:t>
            </a:r>
          </a:p>
          <a:p>
            <a:r>
              <a:rPr lang="en-US" dirty="0"/>
              <a:t>Other Analytical Queries</a:t>
            </a:r>
          </a:p>
          <a:p>
            <a:pPr lvl="1"/>
            <a:r>
              <a:rPr lang="en-US" dirty="0"/>
              <a:t>Implements age-grouped arrest rates, night vs. day analysis, top violation/arrest rates, etc., with results shown in tables.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083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7. Add Logs Page</a:t>
            </a:r>
          </a:p>
          <a:p>
            <a:pPr lvl="1"/>
            <a:r>
              <a:rPr lang="en-IN" dirty="0"/>
              <a:t>Form Inputs: Users can add new traffic stop logs via input fields, checkboxes, dropdowns, and date/time pickers for:</a:t>
            </a:r>
          </a:p>
          <a:p>
            <a:pPr lvl="2"/>
            <a:r>
              <a:rPr lang="en-IN" dirty="0"/>
              <a:t>Vehicle details (number, country, violation, etc.)</a:t>
            </a:r>
          </a:p>
          <a:p>
            <a:pPr lvl="2"/>
            <a:r>
              <a:rPr lang="en-IN" dirty="0"/>
              <a:t>Driver’s demographics (age, gender, race)</a:t>
            </a:r>
          </a:p>
          <a:p>
            <a:pPr lvl="2"/>
            <a:r>
              <a:rPr lang="en-IN" dirty="0"/>
              <a:t>Stop specifics (date, time, search type, outcome, duration, drugs involvement)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860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55576" y="1700808"/>
            <a:ext cx="62464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B050"/>
                </a:solidFill>
              </a:rPr>
              <a:t>Data Insertion:</a:t>
            </a:r>
            <a:endParaRPr lang="en-US" sz="2400" dirty="0">
              <a:solidFill>
                <a:srgbClr val="00B050"/>
              </a:solidFill>
            </a:endParaRPr>
          </a:p>
          <a:p>
            <a:pPr lvl="1"/>
            <a:r>
              <a:rPr lang="en-US" sz="2400" dirty="0"/>
              <a:t>On submission ("Add Log" button), the form data is safely formatted and inserted as a new entry in the database.</a:t>
            </a:r>
          </a:p>
          <a:p>
            <a:pPr lvl="1"/>
            <a:r>
              <a:rPr lang="en-US" sz="2400" dirty="0"/>
              <a:t>Success or error messages provide user feedback.</a:t>
            </a:r>
          </a:p>
          <a:p>
            <a:r>
              <a:rPr lang="en-US" sz="2400" dirty="0"/>
              <a:t>Confirmation:</a:t>
            </a:r>
          </a:p>
          <a:p>
            <a:pPr lvl="1"/>
            <a:r>
              <a:rPr lang="en-US" sz="2400" dirty="0"/>
              <a:t>On successful insertion, summarizes the submitted log in a readable natural-language statement for clarity and confirmation.</a:t>
            </a:r>
          </a:p>
        </p:txBody>
      </p:sp>
    </p:spTree>
    <p:extLst>
      <p:ext uri="{BB962C8B-B14F-4D97-AF65-F5344CB8AC3E}">
        <p14:creationId xmlns:p14="http://schemas.microsoft.com/office/powerpoint/2010/main" val="2885903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7928362"/>
              </p:ext>
            </p:extLst>
          </p:nvPr>
        </p:nvGraphicFramePr>
        <p:xfrm>
          <a:off x="107505" y="32048"/>
          <a:ext cx="8928992" cy="6709319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537566"/>
                <a:gridCol w="4957925"/>
                <a:gridCol w="71704"/>
                <a:gridCol w="61041"/>
                <a:gridCol w="89261"/>
                <a:gridCol w="61041"/>
                <a:gridCol w="89413"/>
                <a:gridCol w="61041"/>
              </a:tblGrid>
              <a:tr h="31809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Feature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Description 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</a:tr>
              <a:tr h="94633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Database Connection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Handles all MySQL connections and queries (fetch/insert).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</a:tr>
              <a:tr h="94633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Sidebar Navigation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Simplifies UI navigation between dashboard sections.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</a:tr>
              <a:tr h="111315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View Logs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Advanced filtering and live inspection of all traffic stop logs.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</a:tr>
              <a:tr h="12604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Data Analytics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One-click statistical analysis and visual breakdowns of traffic data.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</a:tr>
              <a:tr h="948133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Add Logs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User-friendly form for inserting new police stop records into the system.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</a:tr>
              <a:tr h="94633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Error Handling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</a:rPr>
                        <a:t>Real-time, user-facing feedback for all core actions.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</a:tr>
              <a:tr h="115238"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</a:tr>
              <a:tr h="115238"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N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856" marR="3856" marT="3856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950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51</TotalTime>
  <Words>521</Words>
  <Application>Microsoft Office PowerPoint</Application>
  <PresentationFormat>On-screen Show (4:3)</PresentationFormat>
  <Paragraphs>98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Adjacency</vt:lpstr>
      <vt:lpstr>Project explaination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Secure Check: Police Post Dashboard – Code Explanation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explaination</dc:title>
  <dc:creator>ADMIN</dc:creator>
  <cp:lastModifiedBy>ADMIN</cp:lastModifiedBy>
  <cp:revision>7</cp:revision>
  <dcterms:created xsi:type="dcterms:W3CDTF">2025-07-20T05:13:48Z</dcterms:created>
  <dcterms:modified xsi:type="dcterms:W3CDTF">2025-07-20T06:05:20Z</dcterms:modified>
</cp:coreProperties>
</file>